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096" r:id="rId2"/>
    <p:sldId id="1097" r:id="rId3"/>
    <p:sldId id="1092" r:id="rId4"/>
    <p:sldId id="1093" r:id="rId5"/>
    <p:sldId id="1102" r:id="rId6"/>
    <p:sldId id="259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6DB255-2271-4A1B-AB88-3D52347AB25D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8F97310-BAB0-4722-83BF-A150026D7C45}">
      <dgm:prSet phldrT="[Text]"/>
      <dgm:spPr/>
      <dgm:t>
        <a:bodyPr/>
        <a:lstStyle/>
        <a:p>
          <a:r>
            <a:rPr lang="de-DE" dirty="0"/>
            <a:t>Databases</a:t>
          </a:r>
        </a:p>
      </dgm:t>
    </dgm:pt>
    <dgm:pt modelId="{BD28BD9F-D608-42D0-A19F-6D3795F33C47}" type="parTrans" cxnId="{D2C4A507-DCAC-4B8D-8EB1-A10950581A83}">
      <dgm:prSet/>
      <dgm:spPr/>
      <dgm:t>
        <a:bodyPr/>
        <a:lstStyle/>
        <a:p>
          <a:endParaRPr lang="de-DE"/>
        </a:p>
      </dgm:t>
    </dgm:pt>
    <dgm:pt modelId="{79D49C5B-971D-44AD-9573-B0741CF6231A}" type="sibTrans" cxnId="{D2C4A507-DCAC-4B8D-8EB1-A10950581A83}">
      <dgm:prSet/>
      <dgm:spPr/>
      <dgm:t>
        <a:bodyPr/>
        <a:lstStyle/>
        <a:p>
          <a:endParaRPr lang="de-DE"/>
        </a:p>
      </dgm:t>
    </dgm:pt>
    <dgm:pt modelId="{FB667781-4423-41E8-80D3-9670C6A908EE}">
      <dgm:prSet phldrT="[Text]" custT="1"/>
      <dgm:spPr/>
      <dgm:t>
        <a:bodyPr/>
        <a:lstStyle/>
        <a:p>
          <a:pPr algn="r"/>
          <a:endParaRPr lang="de-DE" sz="1800" dirty="0">
            <a:solidFill>
              <a:schemeClr val="bg1"/>
            </a:solidFill>
          </a:endParaRPr>
        </a:p>
        <a:p>
          <a:pPr algn="r"/>
          <a:endParaRPr lang="de-DE" sz="2900" dirty="0"/>
        </a:p>
      </dgm:t>
    </dgm:pt>
    <dgm:pt modelId="{3AA5179F-2B54-47D5-99CE-1B4C46B6A5BF}" type="parTrans" cxnId="{C0666A52-1F08-4DA9-89E1-36C5114DC44C}">
      <dgm:prSet/>
      <dgm:spPr/>
      <dgm:t>
        <a:bodyPr/>
        <a:lstStyle/>
        <a:p>
          <a:endParaRPr lang="de-DE"/>
        </a:p>
      </dgm:t>
    </dgm:pt>
    <dgm:pt modelId="{4C015B27-F113-4D74-BB90-2F13971A660D}" type="sibTrans" cxnId="{C0666A52-1F08-4DA9-89E1-36C5114DC44C}">
      <dgm:prSet/>
      <dgm:spPr/>
      <dgm:t>
        <a:bodyPr/>
        <a:lstStyle/>
        <a:p>
          <a:endParaRPr lang="de-DE"/>
        </a:p>
      </dgm:t>
    </dgm:pt>
    <dgm:pt modelId="{5058DBD4-9EC2-4F0A-B1EC-18582F6F9509}">
      <dgm:prSet phldrT="[Text]"/>
      <dgm:spPr/>
      <dgm:t>
        <a:bodyPr/>
        <a:lstStyle/>
        <a:p>
          <a:r>
            <a:rPr lang="de-DE" dirty="0"/>
            <a:t>Data Mining</a:t>
          </a:r>
        </a:p>
      </dgm:t>
    </dgm:pt>
    <dgm:pt modelId="{686F60A4-0D82-4F73-A1C6-34AFD900228C}" type="parTrans" cxnId="{CEE4E7D4-48AD-44C3-BFF7-F9CEB199BD24}">
      <dgm:prSet/>
      <dgm:spPr/>
      <dgm:t>
        <a:bodyPr/>
        <a:lstStyle/>
        <a:p>
          <a:endParaRPr lang="de-DE"/>
        </a:p>
      </dgm:t>
    </dgm:pt>
    <dgm:pt modelId="{CE12C3D1-BD34-462D-9250-F4C68716A9D4}" type="sibTrans" cxnId="{CEE4E7D4-48AD-44C3-BFF7-F9CEB199BD24}">
      <dgm:prSet/>
      <dgm:spPr/>
      <dgm:t>
        <a:bodyPr/>
        <a:lstStyle/>
        <a:p>
          <a:endParaRPr lang="de-DE"/>
        </a:p>
      </dgm:t>
    </dgm:pt>
    <dgm:pt modelId="{11AF1E1C-44DB-4795-93FB-90E2D3B1A477}">
      <dgm:prSet phldrT="[Text]" custT="1"/>
      <dgm:spPr/>
      <dgm:t>
        <a:bodyPr lIns="0" rIns="0"/>
        <a:lstStyle/>
        <a:p>
          <a:pPr algn="ctr"/>
          <a:endParaRPr lang="de-DE" sz="1600" dirty="0">
            <a:solidFill>
              <a:schemeClr val="bg1"/>
            </a:solidFill>
          </a:endParaRPr>
        </a:p>
      </dgm:t>
    </dgm:pt>
    <dgm:pt modelId="{E5189081-BC61-4176-AD2A-F8E54CC2662A}" type="parTrans" cxnId="{E29594A5-BE60-4FE5-AC86-D5C40A609AB9}">
      <dgm:prSet/>
      <dgm:spPr/>
      <dgm:t>
        <a:bodyPr/>
        <a:lstStyle/>
        <a:p>
          <a:endParaRPr lang="de-DE"/>
        </a:p>
      </dgm:t>
    </dgm:pt>
    <dgm:pt modelId="{86230238-3002-4BB9-B3AC-7EE544E6A3A4}" type="sibTrans" cxnId="{E29594A5-BE60-4FE5-AC86-D5C40A609AB9}">
      <dgm:prSet/>
      <dgm:spPr/>
      <dgm:t>
        <a:bodyPr/>
        <a:lstStyle/>
        <a:p>
          <a:endParaRPr lang="de-DE"/>
        </a:p>
      </dgm:t>
    </dgm:pt>
    <dgm:pt modelId="{172F3FCC-7FFC-49C0-B150-79F2024C73A8}">
      <dgm:prSet phldrT="[Text]"/>
      <dgm:spPr/>
      <dgm:t>
        <a:bodyPr/>
        <a:lstStyle/>
        <a:p>
          <a:r>
            <a:rPr lang="de-DE" dirty="0"/>
            <a:t>Clustering</a:t>
          </a:r>
        </a:p>
      </dgm:t>
    </dgm:pt>
    <dgm:pt modelId="{ABDF82E6-5A63-4DDD-B605-15A649612136}" type="parTrans" cxnId="{FC3E5847-2435-4537-B96C-92AE207F5A22}">
      <dgm:prSet/>
      <dgm:spPr/>
      <dgm:t>
        <a:bodyPr/>
        <a:lstStyle/>
        <a:p>
          <a:endParaRPr lang="de-DE"/>
        </a:p>
      </dgm:t>
    </dgm:pt>
    <dgm:pt modelId="{5A87A7E9-371D-4E0E-BD38-B0CC6BED9DD8}" type="sibTrans" cxnId="{FC3E5847-2435-4537-B96C-92AE207F5A22}">
      <dgm:prSet/>
      <dgm:spPr/>
      <dgm:t>
        <a:bodyPr/>
        <a:lstStyle/>
        <a:p>
          <a:endParaRPr lang="de-DE"/>
        </a:p>
      </dgm:t>
    </dgm:pt>
    <dgm:pt modelId="{2096EE6C-9A5A-44BC-A0A9-AD214D7BD18E}">
      <dgm:prSet phldrT="[Text]" custT="1"/>
      <dgm:spPr/>
      <dgm:t>
        <a:bodyPr/>
        <a:lstStyle/>
        <a:p>
          <a:pPr algn="ctr"/>
          <a:endParaRPr lang="de-DE" sz="1200" b="0" dirty="0">
            <a:solidFill>
              <a:schemeClr val="bg1"/>
            </a:solidFill>
          </a:endParaRPr>
        </a:p>
      </dgm:t>
    </dgm:pt>
    <dgm:pt modelId="{C537FDA1-3607-4A17-BEE1-DFC565E4FFB5}" type="parTrans" cxnId="{B96B7CCE-40EE-405D-A2B2-3CA59CD937BC}">
      <dgm:prSet/>
      <dgm:spPr/>
      <dgm:t>
        <a:bodyPr/>
        <a:lstStyle/>
        <a:p>
          <a:endParaRPr lang="de-DE"/>
        </a:p>
      </dgm:t>
    </dgm:pt>
    <dgm:pt modelId="{EBBC8EEA-72F8-498E-B29C-7826DB1B8CAB}" type="sibTrans" cxnId="{B96B7CCE-40EE-405D-A2B2-3CA59CD937BC}">
      <dgm:prSet/>
      <dgm:spPr/>
      <dgm:t>
        <a:bodyPr/>
        <a:lstStyle/>
        <a:p>
          <a:endParaRPr lang="de-DE"/>
        </a:p>
      </dgm:t>
    </dgm:pt>
    <dgm:pt modelId="{94CEAE82-361C-473B-901D-172401919D8F}">
      <dgm:prSet phldrT="[Text]"/>
      <dgm:spPr/>
      <dgm:t>
        <a:bodyPr/>
        <a:lstStyle/>
        <a:p>
          <a:r>
            <a:rPr lang="de-DE" dirty="0" err="1"/>
            <a:t>Endgame</a:t>
          </a:r>
          <a:endParaRPr lang="de-DE" dirty="0"/>
        </a:p>
      </dgm:t>
    </dgm:pt>
    <dgm:pt modelId="{C1F58414-44F1-493F-841A-9ED69590A369}" type="parTrans" cxnId="{C64D2F4A-C1F0-4555-BEB4-550C9735D6F9}">
      <dgm:prSet/>
      <dgm:spPr/>
      <dgm:t>
        <a:bodyPr/>
        <a:lstStyle/>
        <a:p>
          <a:endParaRPr lang="de-DE"/>
        </a:p>
      </dgm:t>
    </dgm:pt>
    <dgm:pt modelId="{FFD60C65-486C-4BE8-9265-E6283DC9318A}" type="sibTrans" cxnId="{C64D2F4A-C1F0-4555-BEB4-550C9735D6F9}">
      <dgm:prSet/>
      <dgm:spPr/>
      <dgm:t>
        <a:bodyPr/>
        <a:lstStyle/>
        <a:p>
          <a:endParaRPr lang="de-DE"/>
        </a:p>
      </dgm:t>
    </dgm:pt>
    <dgm:pt modelId="{A1EAD5E9-1098-4321-9BEE-A37EECCFD6E0}">
      <dgm:prSet phldrT="[Text]" custT="1"/>
      <dgm:spPr/>
      <dgm:t>
        <a:bodyPr/>
        <a:lstStyle/>
        <a:p>
          <a:pPr algn="ctr"/>
          <a:endParaRPr lang="de-DE" sz="2000" b="0" dirty="0">
            <a:solidFill>
              <a:schemeClr val="bg1"/>
            </a:solidFill>
          </a:endParaRPr>
        </a:p>
      </dgm:t>
    </dgm:pt>
    <dgm:pt modelId="{E26316AC-6304-45A4-A982-C0B67F7EB24F}" type="parTrans" cxnId="{79C8BD38-D448-49EE-B6F6-AE960DD3744B}">
      <dgm:prSet/>
      <dgm:spPr/>
      <dgm:t>
        <a:bodyPr/>
        <a:lstStyle/>
        <a:p>
          <a:endParaRPr lang="de-DE"/>
        </a:p>
      </dgm:t>
    </dgm:pt>
    <dgm:pt modelId="{1D120F7F-A402-44BA-A375-687005EE9F73}" type="sibTrans" cxnId="{79C8BD38-D448-49EE-B6F6-AE960DD3744B}">
      <dgm:prSet/>
      <dgm:spPr/>
      <dgm:t>
        <a:bodyPr/>
        <a:lstStyle/>
        <a:p>
          <a:endParaRPr lang="de-DE"/>
        </a:p>
      </dgm:t>
    </dgm:pt>
    <dgm:pt modelId="{22EBD347-8ACB-4140-96F5-23BA0DF0B422}">
      <dgm:prSet phldrT="[Text]"/>
      <dgm:spPr/>
      <dgm:t>
        <a:bodyPr/>
        <a:lstStyle/>
        <a:p>
          <a:r>
            <a:rPr lang="de-DE" dirty="0"/>
            <a:t>Splitter</a:t>
          </a:r>
        </a:p>
      </dgm:t>
    </dgm:pt>
    <dgm:pt modelId="{6B70D2AE-AD09-4129-AC09-02B577D5EB07}" type="parTrans" cxnId="{0E7C1CE2-1471-444F-A272-352ADDE6F325}">
      <dgm:prSet/>
      <dgm:spPr/>
      <dgm:t>
        <a:bodyPr/>
        <a:lstStyle/>
        <a:p>
          <a:endParaRPr lang="de-DE"/>
        </a:p>
      </dgm:t>
    </dgm:pt>
    <dgm:pt modelId="{C814E306-5A7F-426E-A7BB-770BBB97C56E}" type="sibTrans" cxnId="{0E7C1CE2-1471-444F-A272-352ADDE6F325}">
      <dgm:prSet/>
      <dgm:spPr/>
      <dgm:t>
        <a:bodyPr/>
        <a:lstStyle/>
        <a:p>
          <a:endParaRPr lang="de-DE"/>
        </a:p>
      </dgm:t>
    </dgm:pt>
    <dgm:pt modelId="{6DCB7AFB-CFB8-4BB9-B072-CCA6FCB352A4}">
      <dgm:prSet phldrT="[Text]"/>
      <dgm:spPr/>
      <dgm:t>
        <a:bodyPr lIns="0" rIns="0"/>
        <a:lstStyle/>
        <a:p>
          <a:endParaRPr lang="de-DE" dirty="0">
            <a:solidFill>
              <a:schemeClr val="bg1"/>
            </a:solidFill>
          </a:endParaRPr>
        </a:p>
      </dgm:t>
    </dgm:pt>
    <dgm:pt modelId="{EA1A1E85-DA0D-457E-A766-CE8B7D9A5DF6}" type="parTrans" cxnId="{ED128AC8-0FB7-40B9-94E2-D2BD7A9C2D94}">
      <dgm:prSet/>
      <dgm:spPr/>
      <dgm:t>
        <a:bodyPr/>
        <a:lstStyle/>
        <a:p>
          <a:endParaRPr lang="de-DE"/>
        </a:p>
      </dgm:t>
    </dgm:pt>
    <dgm:pt modelId="{EE8C4BAD-F4DC-4C0D-A82C-242A24091724}" type="sibTrans" cxnId="{ED128AC8-0FB7-40B9-94E2-D2BD7A9C2D94}">
      <dgm:prSet/>
      <dgm:spPr/>
      <dgm:t>
        <a:bodyPr/>
        <a:lstStyle/>
        <a:p>
          <a:endParaRPr lang="de-DE"/>
        </a:p>
      </dgm:t>
    </dgm:pt>
    <dgm:pt modelId="{C0D989EC-9AFB-4783-91FB-31FDA09464E8}" type="pres">
      <dgm:prSet presAssocID="{296DB255-2271-4A1B-AB88-3D52347AB25D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D7F11A1A-7A00-426F-88C5-C48DFA4DAB35}" type="pres">
      <dgm:prSet presAssocID="{94CEAE82-361C-473B-901D-172401919D8F}" presName="ChildAccent5" presStyleCnt="0"/>
      <dgm:spPr/>
    </dgm:pt>
    <dgm:pt modelId="{76236AB4-4BB6-43E8-8CA2-688623334983}" type="pres">
      <dgm:prSet presAssocID="{94CEAE82-361C-473B-901D-172401919D8F}" presName="ChildAccent" presStyleLbl="alignImgPlace1" presStyleIdx="0" presStyleCnt="5" custScaleX="160423" custLinFactNeighborX="82861"/>
      <dgm:spPr/>
    </dgm:pt>
    <dgm:pt modelId="{747514DA-5E47-4631-B22D-59B86A2D6DCB}" type="pres">
      <dgm:prSet presAssocID="{94CEAE82-361C-473B-901D-172401919D8F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3088CBF-AE80-4CF6-B7E4-1110CE67332E}" type="pres">
      <dgm:prSet presAssocID="{94CEAE82-361C-473B-901D-172401919D8F}" presName="Parent5" presStyleLbl="node1" presStyleIdx="0" presStyleCnt="5" custScaleX="159565" custScaleY="100094" custLinFactNeighborX="82863">
        <dgm:presLayoutVars>
          <dgm:chMax val="2"/>
          <dgm:chPref val="1"/>
          <dgm:bulletEnabled val="1"/>
        </dgm:presLayoutVars>
      </dgm:prSet>
      <dgm:spPr/>
    </dgm:pt>
    <dgm:pt modelId="{F619CB91-4ADF-4112-A415-3383E7628EF6}" type="pres">
      <dgm:prSet presAssocID="{172F3FCC-7FFC-49C0-B150-79F2024C73A8}" presName="ChildAccent4" presStyleCnt="0"/>
      <dgm:spPr/>
    </dgm:pt>
    <dgm:pt modelId="{445BCFCD-F370-477E-BF99-C43415CBAE79}" type="pres">
      <dgm:prSet presAssocID="{172F3FCC-7FFC-49C0-B150-79F2024C73A8}" presName="ChildAccent" presStyleLbl="alignImgPlace1" presStyleIdx="1" presStyleCnt="5" custScaleX="138485" custLinFactNeighborX="31672"/>
      <dgm:spPr/>
    </dgm:pt>
    <dgm:pt modelId="{08B9CA15-E1DB-4E1E-A42A-16DA19E45697}" type="pres">
      <dgm:prSet presAssocID="{172F3FCC-7FFC-49C0-B150-79F2024C73A8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FD99A7B-2ECD-4166-A6B7-B983722F778F}" type="pres">
      <dgm:prSet presAssocID="{172F3FCC-7FFC-49C0-B150-79F2024C73A8}" presName="Parent4" presStyleLbl="node1" presStyleIdx="1" presStyleCnt="5" custScaleX="139068" custScaleY="103258" custLinFactNeighborX="32020" custLinFactNeighborY="-2565">
        <dgm:presLayoutVars>
          <dgm:chMax val="2"/>
          <dgm:chPref val="1"/>
          <dgm:bulletEnabled val="1"/>
        </dgm:presLayoutVars>
      </dgm:prSet>
      <dgm:spPr/>
    </dgm:pt>
    <dgm:pt modelId="{0D5A910E-9592-4856-93B9-A2E579F443B0}" type="pres">
      <dgm:prSet presAssocID="{22EBD347-8ACB-4140-96F5-23BA0DF0B422}" presName="ChildAccent3" presStyleCnt="0"/>
      <dgm:spPr/>
    </dgm:pt>
    <dgm:pt modelId="{A91DEED1-CEA1-40DF-A8B3-BC106DBBEDE7}" type="pres">
      <dgm:prSet presAssocID="{22EBD347-8ACB-4140-96F5-23BA0DF0B422}" presName="ChildAccent" presStyleLbl="alignImgPlace1" presStyleIdx="2" presStyleCnt="5" custScaleX="150593" custLinFactNeighborX="-14048" custLinFactNeighborY="-388"/>
      <dgm:spPr/>
    </dgm:pt>
    <dgm:pt modelId="{E4405AA8-4DB0-402E-A5F5-C2B5D111813E}" type="pres">
      <dgm:prSet presAssocID="{22EBD347-8ACB-4140-96F5-23BA0DF0B422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1A5532-2A1B-4810-AC25-205B82277DB0}" type="pres">
      <dgm:prSet presAssocID="{22EBD347-8ACB-4140-96F5-23BA0DF0B422}" presName="Parent3" presStyleLbl="node1" presStyleIdx="2" presStyleCnt="5" custScaleX="150585" custLinFactNeighborX="-14571" custLinFactNeighborY="-2017">
        <dgm:presLayoutVars>
          <dgm:chMax val="2"/>
          <dgm:chPref val="1"/>
          <dgm:bulletEnabled val="1"/>
        </dgm:presLayoutVars>
      </dgm:prSet>
      <dgm:spPr/>
    </dgm:pt>
    <dgm:pt modelId="{85742D25-155A-4504-9173-D7B192CFCA2D}" type="pres">
      <dgm:prSet presAssocID="{5058DBD4-9EC2-4F0A-B1EC-18582F6F9509}" presName="ChildAccent2" presStyleCnt="0"/>
      <dgm:spPr/>
    </dgm:pt>
    <dgm:pt modelId="{5345BD23-1952-47C3-BA27-2B45767EE68C}" type="pres">
      <dgm:prSet presAssocID="{5058DBD4-9EC2-4F0A-B1EC-18582F6F9509}" presName="ChildAccent" presStyleLbl="alignImgPlace1" presStyleIdx="3" presStyleCnt="5" custScaleX="138155" custLinFactNeighborX="-58776" custLinFactNeighborY="-388"/>
      <dgm:spPr/>
    </dgm:pt>
    <dgm:pt modelId="{41DEC877-0751-40DD-95D4-06BDD0E46B9B}" type="pres">
      <dgm:prSet presAssocID="{5058DBD4-9EC2-4F0A-B1EC-18582F6F9509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32BD115-BE44-4381-8F8B-B530F5920C92}" type="pres">
      <dgm:prSet presAssocID="{5058DBD4-9EC2-4F0A-B1EC-18582F6F9509}" presName="Parent2" presStyleLbl="node1" presStyleIdx="3" presStyleCnt="5" custScaleX="138155" custLinFactNeighborX="-58776" custLinFactNeighborY="-2017">
        <dgm:presLayoutVars>
          <dgm:chMax val="2"/>
          <dgm:chPref val="1"/>
          <dgm:bulletEnabled val="1"/>
        </dgm:presLayoutVars>
      </dgm:prSet>
      <dgm:spPr/>
    </dgm:pt>
    <dgm:pt modelId="{A47F815B-21F1-4877-9BD9-A7C2AF3968D7}" type="pres">
      <dgm:prSet presAssocID="{58F97310-BAB0-4722-83BF-A150026D7C45}" presName="ChildAccent1" presStyleCnt="0"/>
      <dgm:spPr/>
    </dgm:pt>
    <dgm:pt modelId="{825D033B-6C22-4877-8A58-DE05E9356443}" type="pres">
      <dgm:prSet presAssocID="{58F97310-BAB0-4722-83BF-A150026D7C45}" presName="ChildAccent" presStyleLbl="alignImgPlace1" presStyleIdx="4" presStyleCnt="5" custScaleX="113332" custLinFactX="-31106" custLinFactNeighborX="-100000"/>
      <dgm:spPr/>
    </dgm:pt>
    <dgm:pt modelId="{EACC8D03-1539-4152-B522-1A4343AD4A3B}" type="pres">
      <dgm:prSet presAssocID="{58F97310-BAB0-4722-83BF-A150026D7C45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6AA0459-9007-4840-B985-DE91ED41C378}" type="pres">
      <dgm:prSet presAssocID="{58F97310-BAB0-4722-83BF-A150026D7C45}" presName="Parent1" presStyleLbl="node1" presStyleIdx="4" presStyleCnt="5" custScaleX="114010" custLinFactX="-92012" custLinFactNeighborX="-100000">
        <dgm:presLayoutVars>
          <dgm:chMax val="2"/>
          <dgm:chPref val="1"/>
          <dgm:bulletEnabled val="1"/>
        </dgm:presLayoutVars>
      </dgm:prSet>
      <dgm:spPr/>
    </dgm:pt>
  </dgm:ptLst>
  <dgm:cxnLst>
    <dgm:cxn modelId="{B8648005-1AE7-47A3-B9DD-DCA09A506ADF}" type="presOf" srcId="{FB667781-4423-41E8-80D3-9670C6A908EE}" destId="{825D033B-6C22-4877-8A58-DE05E9356443}" srcOrd="0" destOrd="0" presId="urn:microsoft.com/office/officeart/2011/layout/InterconnectedBlockProcess"/>
    <dgm:cxn modelId="{D2C4A507-DCAC-4B8D-8EB1-A10950581A83}" srcId="{296DB255-2271-4A1B-AB88-3D52347AB25D}" destId="{58F97310-BAB0-4722-83BF-A150026D7C45}" srcOrd="0" destOrd="0" parTransId="{BD28BD9F-D608-42D0-A19F-6D3795F33C47}" sibTransId="{79D49C5B-971D-44AD-9573-B0741CF6231A}"/>
    <dgm:cxn modelId="{8BB05716-C45B-4CD8-9E91-4E71FD89BAC9}" type="presOf" srcId="{6DCB7AFB-CFB8-4BB9-B072-CCA6FCB352A4}" destId="{E4405AA8-4DB0-402E-A5F5-C2B5D111813E}" srcOrd="1" destOrd="0" presId="urn:microsoft.com/office/officeart/2011/layout/InterconnectedBlockProcess"/>
    <dgm:cxn modelId="{74D6B82E-F29F-4909-96A8-06C2AA7D40EC}" type="presOf" srcId="{296DB255-2271-4A1B-AB88-3D52347AB25D}" destId="{C0D989EC-9AFB-4783-91FB-31FDA09464E8}" srcOrd="0" destOrd="0" presId="urn:microsoft.com/office/officeart/2011/layout/InterconnectedBlockProcess"/>
    <dgm:cxn modelId="{BB775C30-5477-4AB3-96BE-D2E6F8739BB7}" type="presOf" srcId="{2096EE6C-9A5A-44BC-A0A9-AD214D7BD18E}" destId="{445BCFCD-F370-477E-BF99-C43415CBAE79}" srcOrd="0" destOrd="0" presId="urn:microsoft.com/office/officeart/2011/layout/InterconnectedBlockProcess"/>
    <dgm:cxn modelId="{79C8BD38-D448-49EE-B6F6-AE960DD3744B}" srcId="{94CEAE82-361C-473B-901D-172401919D8F}" destId="{A1EAD5E9-1098-4321-9BEE-A37EECCFD6E0}" srcOrd="0" destOrd="0" parTransId="{E26316AC-6304-45A4-A982-C0B67F7EB24F}" sibTransId="{1D120F7F-A402-44BA-A375-687005EE9F73}"/>
    <dgm:cxn modelId="{9D1A903C-3FF6-491F-87AD-24717570ACB0}" type="presOf" srcId="{FB667781-4423-41E8-80D3-9670C6A908EE}" destId="{EACC8D03-1539-4152-B522-1A4343AD4A3B}" srcOrd="1" destOrd="0" presId="urn:microsoft.com/office/officeart/2011/layout/InterconnectedBlockProcess"/>
    <dgm:cxn modelId="{04079D41-14C2-4290-9EFA-E03375D13B13}" type="presOf" srcId="{A1EAD5E9-1098-4321-9BEE-A37EECCFD6E0}" destId="{747514DA-5E47-4631-B22D-59B86A2D6DCB}" srcOrd="1" destOrd="0" presId="urn:microsoft.com/office/officeart/2011/layout/InterconnectedBlockProcess"/>
    <dgm:cxn modelId="{FC3E5847-2435-4537-B96C-92AE207F5A22}" srcId="{296DB255-2271-4A1B-AB88-3D52347AB25D}" destId="{172F3FCC-7FFC-49C0-B150-79F2024C73A8}" srcOrd="3" destOrd="0" parTransId="{ABDF82E6-5A63-4DDD-B605-15A649612136}" sibTransId="{5A87A7E9-371D-4E0E-BD38-B0CC6BED9DD8}"/>
    <dgm:cxn modelId="{C64D2F4A-C1F0-4555-BEB4-550C9735D6F9}" srcId="{296DB255-2271-4A1B-AB88-3D52347AB25D}" destId="{94CEAE82-361C-473B-901D-172401919D8F}" srcOrd="4" destOrd="0" parTransId="{C1F58414-44F1-493F-841A-9ED69590A369}" sibTransId="{FFD60C65-486C-4BE8-9265-E6283DC9318A}"/>
    <dgm:cxn modelId="{C0666A52-1F08-4DA9-89E1-36C5114DC44C}" srcId="{58F97310-BAB0-4722-83BF-A150026D7C45}" destId="{FB667781-4423-41E8-80D3-9670C6A908EE}" srcOrd="0" destOrd="0" parTransId="{3AA5179F-2B54-47D5-99CE-1B4C46B6A5BF}" sibTransId="{4C015B27-F113-4D74-BB90-2F13971A660D}"/>
    <dgm:cxn modelId="{3DD38355-3027-4895-9005-0E85AC169365}" type="presOf" srcId="{22EBD347-8ACB-4140-96F5-23BA0DF0B422}" destId="{4C1A5532-2A1B-4810-AC25-205B82277DB0}" srcOrd="0" destOrd="0" presId="urn:microsoft.com/office/officeart/2011/layout/InterconnectedBlockProcess"/>
    <dgm:cxn modelId="{DB9F137E-6826-459C-B63F-2EABBCC048FA}" type="presOf" srcId="{172F3FCC-7FFC-49C0-B150-79F2024C73A8}" destId="{6FD99A7B-2ECD-4166-A6B7-B983722F778F}" srcOrd="0" destOrd="0" presId="urn:microsoft.com/office/officeart/2011/layout/InterconnectedBlockProcess"/>
    <dgm:cxn modelId="{ECAFF081-19C5-431B-B27B-C06A521AB565}" type="presOf" srcId="{94CEAE82-361C-473B-901D-172401919D8F}" destId="{F3088CBF-AE80-4CF6-B7E4-1110CE67332E}" srcOrd="0" destOrd="0" presId="urn:microsoft.com/office/officeart/2011/layout/InterconnectedBlockProcess"/>
    <dgm:cxn modelId="{664C5484-E8D3-4F92-BF52-DAB9DD3A3F89}" type="presOf" srcId="{A1EAD5E9-1098-4321-9BEE-A37EECCFD6E0}" destId="{76236AB4-4BB6-43E8-8CA2-688623334983}" srcOrd="0" destOrd="0" presId="urn:microsoft.com/office/officeart/2011/layout/InterconnectedBlockProcess"/>
    <dgm:cxn modelId="{DFB2D098-922B-4F9F-A4DF-5CE2F21D5EE6}" type="presOf" srcId="{11AF1E1C-44DB-4795-93FB-90E2D3B1A477}" destId="{41DEC877-0751-40DD-95D4-06BDD0E46B9B}" srcOrd="1" destOrd="0" presId="urn:microsoft.com/office/officeart/2011/layout/InterconnectedBlockProcess"/>
    <dgm:cxn modelId="{6621439A-0016-4622-AED1-32BAA7032A04}" type="presOf" srcId="{2096EE6C-9A5A-44BC-A0A9-AD214D7BD18E}" destId="{08B9CA15-E1DB-4E1E-A42A-16DA19E45697}" srcOrd="1" destOrd="0" presId="urn:microsoft.com/office/officeart/2011/layout/InterconnectedBlockProcess"/>
    <dgm:cxn modelId="{E29594A5-BE60-4FE5-AC86-D5C40A609AB9}" srcId="{5058DBD4-9EC2-4F0A-B1EC-18582F6F9509}" destId="{11AF1E1C-44DB-4795-93FB-90E2D3B1A477}" srcOrd="0" destOrd="0" parTransId="{E5189081-BC61-4176-AD2A-F8E54CC2662A}" sibTransId="{86230238-3002-4BB9-B3AC-7EE544E6A3A4}"/>
    <dgm:cxn modelId="{D00F28A9-B012-4D1B-AB58-35443C4B44B6}" type="presOf" srcId="{58F97310-BAB0-4722-83BF-A150026D7C45}" destId="{C6AA0459-9007-4840-B985-DE91ED41C378}" srcOrd="0" destOrd="0" presId="urn:microsoft.com/office/officeart/2011/layout/InterconnectedBlockProcess"/>
    <dgm:cxn modelId="{74854EB0-1986-47F3-BDBB-2A73EEC8BADB}" type="presOf" srcId="{5058DBD4-9EC2-4F0A-B1EC-18582F6F9509}" destId="{D32BD115-BE44-4381-8F8B-B530F5920C92}" srcOrd="0" destOrd="0" presId="urn:microsoft.com/office/officeart/2011/layout/InterconnectedBlockProcess"/>
    <dgm:cxn modelId="{ED128AC8-0FB7-40B9-94E2-D2BD7A9C2D94}" srcId="{22EBD347-8ACB-4140-96F5-23BA0DF0B422}" destId="{6DCB7AFB-CFB8-4BB9-B072-CCA6FCB352A4}" srcOrd="0" destOrd="0" parTransId="{EA1A1E85-DA0D-457E-A766-CE8B7D9A5DF6}" sibTransId="{EE8C4BAD-F4DC-4C0D-A82C-242A24091724}"/>
    <dgm:cxn modelId="{B96B7CCE-40EE-405D-A2B2-3CA59CD937BC}" srcId="{172F3FCC-7FFC-49C0-B150-79F2024C73A8}" destId="{2096EE6C-9A5A-44BC-A0A9-AD214D7BD18E}" srcOrd="0" destOrd="0" parTransId="{C537FDA1-3607-4A17-BEE1-DFC565E4FFB5}" sibTransId="{EBBC8EEA-72F8-498E-B29C-7826DB1B8CAB}"/>
    <dgm:cxn modelId="{CEE4E7D4-48AD-44C3-BFF7-F9CEB199BD24}" srcId="{296DB255-2271-4A1B-AB88-3D52347AB25D}" destId="{5058DBD4-9EC2-4F0A-B1EC-18582F6F9509}" srcOrd="1" destOrd="0" parTransId="{686F60A4-0D82-4F73-A1C6-34AFD900228C}" sibTransId="{CE12C3D1-BD34-462D-9250-F4C68716A9D4}"/>
    <dgm:cxn modelId="{85ADB5D7-746D-44FA-A647-919F978FB1AB}" type="presOf" srcId="{11AF1E1C-44DB-4795-93FB-90E2D3B1A477}" destId="{5345BD23-1952-47C3-BA27-2B45767EE68C}" srcOrd="0" destOrd="0" presId="urn:microsoft.com/office/officeart/2011/layout/InterconnectedBlockProcess"/>
    <dgm:cxn modelId="{0E7C1CE2-1471-444F-A272-352ADDE6F325}" srcId="{296DB255-2271-4A1B-AB88-3D52347AB25D}" destId="{22EBD347-8ACB-4140-96F5-23BA0DF0B422}" srcOrd="2" destOrd="0" parTransId="{6B70D2AE-AD09-4129-AC09-02B577D5EB07}" sibTransId="{C814E306-5A7F-426E-A7BB-770BBB97C56E}"/>
    <dgm:cxn modelId="{367212FB-D9D2-4B59-A0CD-400537DF098C}" type="presOf" srcId="{6DCB7AFB-CFB8-4BB9-B072-CCA6FCB352A4}" destId="{A91DEED1-CEA1-40DF-A8B3-BC106DBBEDE7}" srcOrd="0" destOrd="0" presId="urn:microsoft.com/office/officeart/2011/layout/InterconnectedBlockProcess"/>
    <dgm:cxn modelId="{8171A33C-9F10-45C5-A900-3FF8153240FA}" type="presParOf" srcId="{C0D989EC-9AFB-4783-91FB-31FDA09464E8}" destId="{D7F11A1A-7A00-426F-88C5-C48DFA4DAB35}" srcOrd="0" destOrd="0" presId="urn:microsoft.com/office/officeart/2011/layout/InterconnectedBlockProcess"/>
    <dgm:cxn modelId="{5F30C88C-2DE4-4A90-8D54-70B736146DB6}" type="presParOf" srcId="{D7F11A1A-7A00-426F-88C5-C48DFA4DAB35}" destId="{76236AB4-4BB6-43E8-8CA2-688623334983}" srcOrd="0" destOrd="0" presId="urn:microsoft.com/office/officeart/2011/layout/InterconnectedBlockProcess"/>
    <dgm:cxn modelId="{E6E5AB25-1178-47CF-85FA-8CA0732194A8}" type="presParOf" srcId="{C0D989EC-9AFB-4783-91FB-31FDA09464E8}" destId="{747514DA-5E47-4631-B22D-59B86A2D6DCB}" srcOrd="1" destOrd="0" presId="urn:microsoft.com/office/officeart/2011/layout/InterconnectedBlockProcess"/>
    <dgm:cxn modelId="{E4A1E571-BF13-4C61-9F6E-9514D8FA72AA}" type="presParOf" srcId="{C0D989EC-9AFB-4783-91FB-31FDA09464E8}" destId="{F3088CBF-AE80-4CF6-B7E4-1110CE67332E}" srcOrd="2" destOrd="0" presId="urn:microsoft.com/office/officeart/2011/layout/InterconnectedBlockProcess"/>
    <dgm:cxn modelId="{910AF99D-0A51-4B82-88E1-0F92ED3DDF1B}" type="presParOf" srcId="{C0D989EC-9AFB-4783-91FB-31FDA09464E8}" destId="{F619CB91-4ADF-4112-A415-3383E7628EF6}" srcOrd="3" destOrd="0" presId="urn:microsoft.com/office/officeart/2011/layout/InterconnectedBlockProcess"/>
    <dgm:cxn modelId="{81BA537F-61D7-479D-90BB-8F7D7DA1D73B}" type="presParOf" srcId="{F619CB91-4ADF-4112-A415-3383E7628EF6}" destId="{445BCFCD-F370-477E-BF99-C43415CBAE79}" srcOrd="0" destOrd="0" presId="urn:microsoft.com/office/officeart/2011/layout/InterconnectedBlockProcess"/>
    <dgm:cxn modelId="{27834639-D013-4F81-A959-0089C4292F54}" type="presParOf" srcId="{C0D989EC-9AFB-4783-91FB-31FDA09464E8}" destId="{08B9CA15-E1DB-4E1E-A42A-16DA19E45697}" srcOrd="4" destOrd="0" presId="urn:microsoft.com/office/officeart/2011/layout/InterconnectedBlockProcess"/>
    <dgm:cxn modelId="{E114F67C-C640-4A5A-8B57-7C5A17D5A37E}" type="presParOf" srcId="{C0D989EC-9AFB-4783-91FB-31FDA09464E8}" destId="{6FD99A7B-2ECD-4166-A6B7-B983722F778F}" srcOrd="5" destOrd="0" presId="urn:microsoft.com/office/officeart/2011/layout/InterconnectedBlockProcess"/>
    <dgm:cxn modelId="{BE8F26F7-7115-4605-8AFA-3218EE52CE1C}" type="presParOf" srcId="{C0D989EC-9AFB-4783-91FB-31FDA09464E8}" destId="{0D5A910E-9592-4856-93B9-A2E579F443B0}" srcOrd="6" destOrd="0" presId="urn:microsoft.com/office/officeart/2011/layout/InterconnectedBlockProcess"/>
    <dgm:cxn modelId="{D2BBB769-92A6-4B14-8CB9-A3EAE9B2CC41}" type="presParOf" srcId="{0D5A910E-9592-4856-93B9-A2E579F443B0}" destId="{A91DEED1-CEA1-40DF-A8B3-BC106DBBEDE7}" srcOrd="0" destOrd="0" presId="urn:microsoft.com/office/officeart/2011/layout/InterconnectedBlockProcess"/>
    <dgm:cxn modelId="{BEB0F0E7-7FA5-4229-83AA-10C59BB9D6C2}" type="presParOf" srcId="{C0D989EC-9AFB-4783-91FB-31FDA09464E8}" destId="{E4405AA8-4DB0-402E-A5F5-C2B5D111813E}" srcOrd="7" destOrd="0" presId="urn:microsoft.com/office/officeart/2011/layout/InterconnectedBlockProcess"/>
    <dgm:cxn modelId="{18F15FAE-81C2-46AE-90A7-7B355AB3F7D1}" type="presParOf" srcId="{C0D989EC-9AFB-4783-91FB-31FDA09464E8}" destId="{4C1A5532-2A1B-4810-AC25-205B82277DB0}" srcOrd="8" destOrd="0" presId="urn:microsoft.com/office/officeart/2011/layout/InterconnectedBlockProcess"/>
    <dgm:cxn modelId="{87E8AE64-D3EB-47A3-8C19-56CD009E0A9A}" type="presParOf" srcId="{C0D989EC-9AFB-4783-91FB-31FDA09464E8}" destId="{85742D25-155A-4504-9173-D7B192CFCA2D}" srcOrd="9" destOrd="0" presId="urn:microsoft.com/office/officeart/2011/layout/InterconnectedBlockProcess"/>
    <dgm:cxn modelId="{8F180A53-5773-4B98-855C-537CE9402A7F}" type="presParOf" srcId="{85742D25-155A-4504-9173-D7B192CFCA2D}" destId="{5345BD23-1952-47C3-BA27-2B45767EE68C}" srcOrd="0" destOrd="0" presId="urn:microsoft.com/office/officeart/2011/layout/InterconnectedBlockProcess"/>
    <dgm:cxn modelId="{8F209FC6-F0E7-40C0-A5EC-1559724D2418}" type="presParOf" srcId="{C0D989EC-9AFB-4783-91FB-31FDA09464E8}" destId="{41DEC877-0751-40DD-95D4-06BDD0E46B9B}" srcOrd="10" destOrd="0" presId="urn:microsoft.com/office/officeart/2011/layout/InterconnectedBlockProcess"/>
    <dgm:cxn modelId="{E42FC5CF-A56D-48B4-AF2B-C73B5C478EC6}" type="presParOf" srcId="{C0D989EC-9AFB-4783-91FB-31FDA09464E8}" destId="{D32BD115-BE44-4381-8F8B-B530F5920C92}" srcOrd="11" destOrd="0" presId="urn:microsoft.com/office/officeart/2011/layout/InterconnectedBlockProcess"/>
    <dgm:cxn modelId="{4F5DAB2B-F8ED-49F7-9B87-3903857DCD9D}" type="presParOf" srcId="{C0D989EC-9AFB-4783-91FB-31FDA09464E8}" destId="{A47F815B-21F1-4877-9BD9-A7C2AF3968D7}" srcOrd="12" destOrd="0" presId="urn:microsoft.com/office/officeart/2011/layout/InterconnectedBlockProcess"/>
    <dgm:cxn modelId="{81CBC03C-6DCC-4A2E-A3D0-1C4CE3E3F7FC}" type="presParOf" srcId="{A47F815B-21F1-4877-9BD9-A7C2AF3968D7}" destId="{825D033B-6C22-4877-8A58-DE05E9356443}" srcOrd="0" destOrd="0" presId="urn:microsoft.com/office/officeart/2011/layout/InterconnectedBlockProcess"/>
    <dgm:cxn modelId="{34C7CD03-F091-4AD9-AB7E-50A4E4213BF8}" type="presParOf" srcId="{C0D989EC-9AFB-4783-91FB-31FDA09464E8}" destId="{EACC8D03-1539-4152-B522-1A4343AD4A3B}" srcOrd="13" destOrd="0" presId="urn:microsoft.com/office/officeart/2011/layout/InterconnectedBlockProcess"/>
    <dgm:cxn modelId="{1645F2EF-A561-4C5E-A627-D9FA951B7526}" type="presParOf" srcId="{C0D989EC-9AFB-4783-91FB-31FDA09464E8}" destId="{C6AA0459-9007-4840-B985-DE91ED41C37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36AB4-4BB6-43E8-8CA2-688623334983}">
      <dsp:nvSpPr>
        <dsp:cNvPr id="0" name=""/>
        <dsp:cNvSpPr/>
      </dsp:nvSpPr>
      <dsp:spPr>
        <a:xfrm>
          <a:off x="8698273" y="1014621"/>
          <a:ext cx="2562983" cy="4057534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00" tIns="63500" rIns="63500" bIns="635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000" b="0" kern="1200" dirty="0">
            <a:solidFill>
              <a:schemeClr val="bg1"/>
            </a:solidFill>
          </a:endParaRPr>
        </a:p>
      </dsp:txBody>
      <dsp:txXfrm>
        <a:off x="9023610" y="1014621"/>
        <a:ext cx="2237647" cy="4057534"/>
      </dsp:txXfrm>
    </dsp:sp>
    <dsp:sp modelId="{F3088CBF-AE80-4CF6-B7E4-1110CE67332E}">
      <dsp:nvSpPr>
        <dsp:cNvPr id="0" name=""/>
        <dsp:cNvSpPr/>
      </dsp:nvSpPr>
      <dsp:spPr>
        <a:xfrm>
          <a:off x="8705159" y="-238"/>
          <a:ext cx="2549275" cy="101533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 err="1"/>
            <a:t>Endgame</a:t>
          </a:r>
          <a:endParaRPr lang="de-DE" sz="2400" kern="1200" dirty="0"/>
        </a:p>
      </dsp:txBody>
      <dsp:txXfrm>
        <a:off x="8705159" y="-238"/>
        <a:ext cx="2549275" cy="1015337"/>
      </dsp:txXfrm>
    </dsp:sp>
    <dsp:sp modelId="{445BCFCD-F370-477E-BF99-C43415CBAE79}">
      <dsp:nvSpPr>
        <dsp:cNvPr id="0" name=""/>
        <dsp:cNvSpPr/>
      </dsp:nvSpPr>
      <dsp:spPr>
        <a:xfrm>
          <a:off x="6462053" y="1014621"/>
          <a:ext cx="2212493" cy="3803938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200" b="0" kern="1200" dirty="0">
            <a:solidFill>
              <a:schemeClr val="bg1"/>
            </a:solidFill>
          </a:endParaRPr>
        </a:p>
      </dsp:txBody>
      <dsp:txXfrm>
        <a:off x="6742899" y="1014621"/>
        <a:ext cx="1931647" cy="3803938"/>
      </dsp:txXfrm>
    </dsp:sp>
    <dsp:sp modelId="{6FD99A7B-2ECD-4166-A6B7-B983722F778F}">
      <dsp:nvSpPr>
        <dsp:cNvPr id="0" name=""/>
        <dsp:cNvSpPr/>
      </dsp:nvSpPr>
      <dsp:spPr>
        <a:xfrm>
          <a:off x="6462956" y="89810"/>
          <a:ext cx="2221807" cy="9165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Clustering</a:t>
          </a:r>
        </a:p>
      </dsp:txBody>
      <dsp:txXfrm>
        <a:off x="6462956" y="89810"/>
        <a:ext cx="2221807" cy="916503"/>
      </dsp:txXfrm>
    </dsp:sp>
    <dsp:sp modelId="{A91DEED1-CEA1-40DF-A8B3-BC106DBBEDE7}">
      <dsp:nvSpPr>
        <dsp:cNvPr id="0" name=""/>
        <dsp:cNvSpPr/>
      </dsp:nvSpPr>
      <dsp:spPr>
        <a:xfrm>
          <a:off x="4037249" y="1000846"/>
          <a:ext cx="2405935" cy="3550342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0" bIns="76200" numCol="1" spcCol="1270" anchor="t" anchorCtr="0">
          <a:noAutofit/>
        </a:bodyPr>
        <a:lstStyle/>
        <a:p>
          <a:pPr marL="0" lvl="0" indent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400" kern="1200" dirty="0">
            <a:solidFill>
              <a:schemeClr val="bg1"/>
            </a:solidFill>
          </a:endParaRPr>
        </a:p>
      </dsp:txBody>
      <dsp:txXfrm>
        <a:off x="4342650" y="1000846"/>
        <a:ext cx="2100534" cy="3550342"/>
      </dsp:txXfrm>
    </dsp:sp>
    <dsp:sp modelId="{4C1A5532-2A1B-4810-AC25-205B82277DB0}">
      <dsp:nvSpPr>
        <dsp:cNvPr id="0" name=""/>
        <dsp:cNvSpPr/>
      </dsp:nvSpPr>
      <dsp:spPr>
        <a:xfrm>
          <a:off x="4028958" y="242546"/>
          <a:ext cx="2405807" cy="7607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Splitter</a:t>
          </a:r>
        </a:p>
      </dsp:txBody>
      <dsp:txXfrm>
        <a:off x="4028958" y="242546"/>
        <a:ext cx="2405807" cy="760787"/>
      </dsp:txXfrm>
    </dsp:sp>
    <dsp:sp modelId="{5345BD23-1952-47C3-BA27-2B45767EE68C}">
      <dsp:nvSpPr>
        <dsp:cNvPr id="0" name=""/>
        <dsp:cNvSpPr/>
      </dsp:nvSpPr>
      <dsp:spPr>
        <a:xfrm>
          <a:off x="1824373" y="1001830"/>
          <a:ext cx="2207221" cy="32967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50800" rIns="0" bIns="5080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600" kern="1200" dirty="0">
            <a:solidFill>
              <a:schemeClr val="bg1"/>
            </a:solidFill>
          </a:endParaRPr>
        </a:p>
      </dsp:txBody>
      <dsp:txXfrm>
        <a:off x="2104550" y="1001830"/>
        <a:ext cx="1927044" cy="3296746"/>
      </dsp:txXfrm>
    </dsp:sp>
    <dsp:sp modelId="{D32BD115-BE44-4381-8F8B-B530F5920C92}">
      <dsp:nvSpPr>
        <dsp:cNvPr id="0" name=""/>
        <dsp:cNvSpPr/>
      </dsp:nvSpPr>
      <dsp:spPr>
        <a:xfrm>
          <a:off x="1824373" y="367844"/>
          <a:ext cx="2207221" cy="6339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Data Mining</a:t>
          </a:r>
        </a:p>
      </dsp:txBody>
      <dsp:txXfrm>
        <a:off x="1824373" y="367844"/>
        <a:ext cx="2207221" cy="633989"/>
      </dsp:txXfrm>
    </dsp:sp>
    <dsp:sp modelId="{825D033B-6C22-4877-8A58-DE05E9356443}">
      <dsp:nvSpPr>
        <dsp:cNvPr id="0" name=""/>
        <dsp:cNvSpPr/>
      </dsp:nvSpPr>
      <dsp:spPr>
        <a:xfrm>
          <a:off x="0" y="1014621"/>
          <a:ext cx="1810638" cy="304315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1800" kern="1200" dirty="0">
            <a:solidFill>
              <a:schemeClr val="bg1"/>
            </a:solidFill>
          </a:endParaRPr>
        </a:p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900" kern="1200" dirty="0"/>
        </a:p>
      </dsp:txBody>
      <dsp:txXfrm>
        <a:off x="229836" y="1014621"/>
        <a:ext cx="1580802" cy="3043150"/>
      </dsp:txXfrm>
    </dsp:sp>
    <dsp:sp modelId="{C6AA0459-9007-4840-B985-DE91ED41C378}">
      <dsp:nvSpPr>
        <dsp:cNvPr id="0" name=""/>
        <dsp:cNvSpPr/>
      </dsp:nvSpPr>
      <dsp:spPr>
        <a:xfrm>
          <a:off x="0" y="507430"/>
          <a:ext cx="1821470" cy="50719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025" tIns="73025" rIns="73025" bIns="7302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300" kern="1200" dirty="0"/>
            <a:t>Databases</a:t>
          </a:r>
        </a:p>
      </dsp:txBody>
      <dsp:txXfrm>
        <a:off x="0" y="507430"/>
        <a:ext cx="1821470" cy="5071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E23C2-CA41-C05D-36DA-DE30577CF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5538F-D8E4-B47C-B6E7-21645E2FE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43BE7-4A8F-7121-9282-A5C92206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D2BD0-B07D-C1C1-942E-17A9C4B5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1988A-D19B-D26A-6218-8AD86F00E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308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BD37-87DB-E07C-6B79-833BCFBF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3C402-B3B8-BC81-F7D8-6456AD108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C881D-1491-0AA9-7C38-B1077F59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94390-407F-F3FF-E2A3-F79BA35D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9B908-F4DD-B206-98E9-4647E54B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5849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0E8BE-A2CD-4961-F32A-4CD873567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3AC42-C85A-5D90-69D9-21C8418F8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B0B0-D91A-BCBB-B11D-0A962D743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723FD-6BE8-995E-812F-9BEB9E9BC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3EBC0-4FA2-7D44-D647-53C9DF45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111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AE4F6-5F58-1559-52CB-2209B4C01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7D34A-0FF8-B7FF-E737-B2E1C91DC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549A0-C374-A4E9-25EF-7C6002A6D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D31F8F-465F-368A-752B-6BC888EFC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F06B1-0047-7A91-9068-7798FB0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CC436C-D087-DFB8-647F-37B4641B9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7601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D7F3-C753-F06D-000D-8572EE85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F5A1B-CD6E-BA7B-A2CA-6CC8E3AD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F0E99-2187-FEA5-AF06-ECC0F4438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61429A-6374-D423-1536-47257F7D7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B8D10E-4657-C6FA-885E-4017B7121C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460297-4C69-9AF9-FBA1-887392EC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36D30C-9AAE-5F17-3625-2270042FA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B59CE0-FA52-8627-E77B-2B82D952B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8726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4AD98-E278-4A0E-F9E0-D8900B61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0843AC-8EFF-00E4-93C0-F58A3A6E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AC2F5-2988-4264-4C8B-F6B65A739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FB48F-AE93-68A6-DA7E-E41A6655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681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B61CE-B693-D976-C572-2FF20B23F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43041-588C-5DAA-563B-096CD278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75C48-A38F-D8F7-D5EC-38F9CAA8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7916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58AE-CE2C-A143-1331-B3241907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D909-AA54-3024-10D6-266357E42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8E2BB-64E5-BD0E-8F3A-06DBAA2037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CAB2F-92EA-2DFF-71D3-B3AB138C2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406B8-9FA3-C589-F50B-214151068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DA8AD-2A34-5C86-F1C6-FF4B27D1F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79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4195-8E8E-67E9-BB1B-8823B7ECE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D8304E-813E-F540-D8E8-2C16BA35F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EDD0C-78F9-05C3-781B-6EEA5DE4A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E4521-3BC9-6271-6694-878E30370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09D7B-A0D1-8CCD-C5CA-7C078910A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59675-1C5F-EAFC-0AFA-4F0BB1C8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845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42067-8D27-D276-2121-6009C10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59783-3592-43A4-D828-EE0DEF6225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EB3E5-0D2E-7BB6-4751-33B0A394D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25788-E332-95CA-F9F2-563032D8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EE551-CB17-314B-8EB7-B0133C90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950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8A02E1-BD72-F49D-8201-2A0A1D7BCD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4370E-3074-CC2F-165E-2F2907964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DDE63-A62D-0DD8-AB08-045056E8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27718-90BE-6975-0B7B-88550A3B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4C10F-30A2-278A-5D6E-CD95E63F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528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910F2B-BB82-083E-2374-6E6E53A5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E7C4E-A009-1989-74E7-66254E18A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E2BBF-6AE1-ED12-62EA-490C761FD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F2A83-E916-4FAD-BEC6-DDFCC17F1ED5}" type="datetimeFigureOut">
              <a:rPr lang="de-DE" smtClean="0"/>
              <a:t>30.01.2026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C53B7-2187-BF1C-6EAB-EF23393DE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090945-1C9D-18F6-38FA-FCA13816A4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51E2C1-22E7-41BD-BE53-302CE642518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78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emf"/><Relationship Id="rId7" Type="http://schemas.openxmlformats.org/officeDocument/2006/relationships/image" Target="../media/image4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10" Type="http://schemas.openxmlformats.org/officeDocument/2006/relationships/image" Target="../media/image6.e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9.jpe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3.jpeg"/><Relationship Id="rId7" Type="http://schemas.openxmlformats.org/officeDocument/2006/relationships/diagramColors" Target="../diagrams/colors1.xml"/><Relationship Id="rId12" Type="http://schemas.openxmlformats.org/officeDocument/2006/relationships/image" Target="../media/image26.emf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oleObject" Target="../embeddings/oleObject7.bin"/><Relationship Id="rId5" Type="http://schemas.openxmlformats.org/officeDocument/2006/relationships/diagramLayout" Target="../diagrams/layout1.xml"/><Relationship Id="rId10" Type="http://schemas.openxmlformats.org/officeDocument/2006/relationships/image" Target="../media/image25.png"/><Relationship Id="rId4" Type="http://schemas.openxmlformats.org/officeDocument/2006/relationships/diagramData" Target="../diagrams/data1.xml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E47671F-868E-7262-902D-33A2D31D7A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4371" y="4208766"/>
          <a:ext cx="7867340" cy="18243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9487939" imgH="2197331" progId="ChemDraw_x64.Document.6.0">
                  <p:embed/>
                </p:oleObj>
              </mc:Choice>
              <mc:Fallback>
                <p:oleObj name="CS ChemDraw 64-bit Drawing" r:id="rId2" imgW="9487939" imgH="2197331" progId="ChemDraw_x64.Document.6.0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5E47671F-868E-7262-902D-33A2D31D7A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54371" y="4208766"/>
                        <a:ext cx="7867340" cy="18243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CE108917-AD19-EB66-AA0F-30AEA9AA95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6124" y="506010"/>
          <a:ext cx="6251575" cy="141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4" imgW="7538605" imgH="1712768" progId="ChemDraw_x64.Document.6.0">
                  <p:embed/>
                </p:oleObj>
              </mc:Choice>
              <mc:Fallback>
                <p:oleObj name="CS ChemDraw 64-bit Drawing" r:id="rId4" imgW="7538605" imgH="1712768" progId="ChemDraw_x64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CE108917-AD19-EB66-AA0F-30AEA9AA95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76124" y="506010"/>
                        <a:ext cx="6251575" cy="141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6682909-A67B-D940-8C0F-89EFC648C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175" y="303449"/>
            <a:ext cx="1589957" cy="1824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E1D981-3B9D-CA63-3DE0-646E4190A5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175" y="4422424"/>
            <a:ext cx="1863470" cy="18634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07853C-A4B9-1A04-2B9A-9922572A503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41" r="26203" b="12471"/>
          <a:stretch/>
        </p:blipFill>
        <p:spPr>
          <a:xfrm>
            <a:off x="1410562" y="2217531"/>
            <a:ext cx="1258171" cy="1991235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12ED82B9-0680-49CD-802D-677055C22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93376" y="2313643"/>
          <a:ext cx="6234323" cy="1506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9" imgW="7633162" imgH="1845079" progId="ChemDraw_x64.Document.6.0">
                  <p:embed/>
                </p:oleObj>
              </mc:Choice>
              <mc:Fallback>
                <p:oleObj name="CS ChemDraw 64-bit Drawing" r:id="rId9" imgW="7633162" imgH="1845079" progId="ChemDraw_x64.Document.6.0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12ED82B9-0680-49CD-802D-677055C22D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793376" y="2313643"/>
                        <a:ext cx="6234323" cy="1506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6509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CE108917-AD19-EB66-AA0F-30AEA9AA95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0677" y="993564"/>
          <a:ext cx="2995612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3611534" imgH="1674668" progId="ChemDraw_x64.Document.6.0">
                  <p:embed/>
                </p:oleObj>
              </mc:Choice>
              <mc:Fallback>
                <p:oleObj name="CS ChemDraw 64-bit Drawing" r:id="rId2" imgW="3611534" imgH="1674668" progId="ChemDraw_x64.Document.6.0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CE108917-AD19-EB66-AA0F-30AEA9AA95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10677" y="993564"/>
                        <a:ext cx="2995612" cy="1389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0414BC4B-F438-5EDB-9DB8-C42991DACB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65898" y="949669"/>
          <a:ext cx="2822081" cy="1476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4" imgW="3404062" imgH="1781348" progId="ChemDraw_x64.Document.6.0">
                  <p:embed/>
                </p:oleObj>
              </mc:Choice>
              <mc:Fallback>
                <p:oleObj name="CS ChemDraw 64-bit Drawing" r:id="rId4" imgW="3404062" imgH="1781348" progId="ChemDraw_x64.Document.6.0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0414BC4B-F438-5EDB-9DB8-C42991DACB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65898" y="949669"/>
                        <a:ext cx="2822081" cy="14768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09D9A1B-1376-0D2C-3656-437A63AB3B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4534" y="2653219"/>
            <a:ext cx="2588709" cy="29703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BD0FBD-E90A-1E58-1226-01DF0B618EE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250"/>
          <a:stretch/>
        </p:blipFill>
        <p:spPr>
          <a:xfrm>
            <a:off x="6566466" y="2705533"/>
            <a:ext cx="2263601" cy="28848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2752A9-9646-AC12-EB80-F05837DAC7D7}"/>
              </a:ext>
            </a:extLst>
          </p:cNvPr>
          <p:cNvSpPr txBox="1"/>
          <p:nvPr/>
        </p:nvSpPr>
        <p:spPr>
          <a:xfrm>
            <a:off x="3350262" y="428017"/>
            <a:ext cx="1516441" cy="26789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>
              <a:lnSpc>
                <a:spcPts val="2300"/>
              </a:lnSpc>
              <a:spcBef>
                <a:spcPts val="1150"/>
              </a:spcBef>
            </a:pPr>
            <a:r>
              <a:rPr lang="de-DE" sz="1600" dirty="0"/>
              <a:t>American </a:t>
            </a:r>
            <a:r>
              <a:rPr lang="de-DE" sz="1600" dirty="0" err="1"/>
              <a:t>Potato</a:t>
            </a:r>
            <a:endParaRPr lang="de-DE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B9C64A-9224-D4B9-D1F9-CB3FF9469640}"/>
              </a:ext>
            </a:extLst>
          </p:cNvPr>
          <p:cNvSpPr txBox="1"/>
          <p:nvPr/>
        </p:nvSpPr>
        <p:spPr>
          <a:xfrm>
            <a:off x="6946253" y="428017"/>
            <a:ext cx="1348382" cy="26789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l">
              <a:lnSpc>
                <a:spcPts val="2300"/>
              </a:lnSpc>
              <a:spcBef>
                <a:spcPts val="1150"/>
              </a:spcBef>
            </a:pPr>
            <a:r>
              <a:rPr lang="de-DE" sz="1600" dirty="0" err="1"/>
              <a:t>Japanese</a:t>
            </a:r>
            <a:r>
              <a:rPr lang="de-DE" sz="1600" dirty="0"/>
              <a:t> Yam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A8D09-FE01-9710-C28D-D26DA394BDC8}"/>
              </a:ext>
            </a:extLst>
          </p:cNvPr>
          <p:cNvSpPr txBox="1"/>
          <p:nvPr/>
        </p:nvSpPr>
        <p:spPr>
          <a:xfrm>
            <a:off x="3472692" y="5869401"/>
            <a:ext cx="4267194" cy="646331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>
              <a:spcBef>
                <a:spcPts val="1150"/>
              </a:spcBef>
            </a:pPr>
            <a:r>
              <a:rPr lang="de-DE" sz="1600" b="1" dirty="0" err="1"/>
              <a:t>Phylogenetically</a:t>
            </a:r>
            <a:r>
              <a:rPr lang="de-DE" sz="1600" b="1" dirty="0"/>
              <a:t> </a:t>
            </a:r>
            <a:r>
              <a:rPr lang="de-DE" sz="1600" b="1" dirty="0" err="1"/>
              <a:t>unrelated</a:t>
            </a:r>
            <a:endParaRPr lang="de-DE" sz="1600" b="1" dirty="0"/>
          </a:p>
          <a:p>
            <a:pPr algn="ctr">
              <a:spcBef>
                <a:spcPts val="1150"/>
              </a:spcBef>
            </a:pPr>
            <a:r>
              <a:rPr lang="de-DE" sz="1600" b="1" dirty="0">
                <a:solidFill>
                  <a:srgbClr val="FF8080"/>
                </a:solidFill>
              </a:rPr>
              <a:t>Both </a:t>
            </a:r>
            <a:r>
              <a:rPr lang="de-DE" sz="1600" b="1" dirty="0" err="1">
                <a:solidFill>
                  <a:srgbClr val="FF8080"/>
                </a:solidFill>
              </a:rPr>
              <a:t>need</a:t>
            </a:r>
            <a:r>
              <a:rPr lang="de-DE" sz="1600" b="1" dirty="0">
                <a:solidFill>
                  <a:srgbClr val="FF8080"/>
                </a:solidFill>
              </a:rPr>
              <a:t> </a:t>
            </a:r>
            <a:r>
              <a:rPr lang="de-DE" sz="1600" b="1" dirty="0" err="1">
                <a:solidFill>
                  <a:srgbClr val="FF8080"/>
                </a:solidFill>
              </a:rPr>
              <a:t>protection</a:t>
            </a:r>
            <a:r>
              <a:rPr lang="de-DE" sz="1600" b="1" dirty="0">
                <a:solidFill>
                  <a:srgbClr val="FF8080"/>
                </a:solidFill>
              </a:rPr>
              <a:t> </a:t>
            </a:r>
            <a:r>
              <a:rPr lang="de-DE" sz="1600" b="1" dirty="0" err="1">
                <a:solidFill>
                  <a:srgbClr val="FF8080"/>
                </a:solidFill>
              </a:rPr>
              <a:t>against</a:t>
            </a:r>
            <a:r>
              <a:rPr lang="de-DE" sz="1600" b="1" dirty="0">
                <a:solidFill>
                  <a:srgbClr val="FF8080"/>
                </a:solidFill>
              </a:rPr>
              <a:t> </a:t>
            </a:r>
            <a:r>
              <a:rPr lang="de-DE" sz="1600" b="1" dirty="0" err="1">
                <a:solidFill>
                  <a:srgbClr val="FF8080"/>
                </a:solidFill>
              </a:rPr>
              <a:t>fungi</a:t>
            </a:r>
            <a:r>
              <a:rPr lang="de-DE" sz="1600" b="1" dirty="0">
                <a:solidFill>
                  <a:srgbClr val="FF8080"/>
                </a:solidFill>
              </a:rPr>
              <a:t> in </a:t>
            </a:r>
            <a:r>
              <a:rPr lang="de-DE" sz="1600" b="1" dirty="0" err="1">
                <a:solidFill>
                  <a:srgbClr val="FF8080"/>
                </a:solidFill>
              </a:rPr>
              <a:t>earth</a:t>
            </a:r>
            <a:r>
              <a:rPr lang="de-DE" sz="1600" b="1" dirty="0">
                <a:solidFill>
                  <a:srgbClr val="FF808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40552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D31A27-434D-E346-C743-CCEA382D4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226" y="514350"/>
            <a:ext cx="5970074" cy="5829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04917F-62AE-EC47-4534-69864BF77B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063" t="23798" r="8571" b="19453"/>
          <a:stretch/>
        </p:blipFill>
        <p:spPr>
          <a:xfrm>
            <a:off x="1300585" y="4387850"/>
            <a:ext cx="1612900" cy="393700"/>
          </a:xfrm>
          <a:prstGeom prst="rect">
            <a:avLst/>
          </a:prstGeom>
          <a:ln w="57150">
            <a:solidFill>
              <a:srgbClr val="FF808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A9A490-FC36-3A6C-8FF8-7069876B3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92" y="1600200"/>
            <a:ext cx="3490686" cy="939800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8E8569E3-1603-4CB0-324C-6591EA1D82D3}"/>
              </a:ext>
            </a:extLst>
          </p:cNvPr>
          <p:cNvSpPr/>
          <p:nvPr/>
        </p:nvSpPr>
        <p:spPr>
          <a:xfrm>
            <a:off x="1905000" y="2755900"/>
            <a:ext cx="431800" cy="939800"/>
          </a:xfrm>
          <a:prstGeom prst="downArrow">
            <a:avLst/>
          </a:prstGeom>
          <a:solidFill>
            <a:schemeClr val="tx1"/>
          </a:solidFill>
          <a:ln w="19050" cmpd="sng">
            <a:noFill/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44000" tIns="108000" rIns="144000" bIns="144000" rtlCol="0" anchor="t" anchorCtr="0"/>
          <a:lstStyle/>
          <a:p>
            <a:pPr algn="l">
              <a:spcBef>
                <a:spcPts val="1150"/>
              </a:spcBef>
              <a:buClr>
                <a:srgbClr val="116656"/>
              </a:buClr>
              <a:buSzPct val="120000"/>
            </a:pPr>
            <a:endParaRPr lang="de-DE" sz="13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7D1FA-55BF-984C-006B-AE498C14DFEB}"/>
              </a:ext>
            </a:extLst>
          </p:cNvPr>
          <p:cNvSpPr txBox="1"/>
          <p:nvPr/>
        </p:nvSpPr>
        <p:spPr>
          <a:xfrm>
            <a:off x="2586424" y="2755900"/>
            <a:ext cx="1482778" cy="716735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spAutoFit/>
          </a:bodyPr>
          <a:lstStyle/>
          <a:p>
            <a:pPr algn="ctr">
              <a:lnSpc>
                <a:spcPts val="2300"/>
              </a:lnSpc>
              <a:spcBef>
                <a:spcPts val="1150"/>
              </a:spcBef>
            </a:pPr>
            <a:r>
              <a:rPr lang="de-DE" sz="1600" b="1" dirty="0"/>
              <a:t>„</a:t>
            </a:r>
            <a:r>
              <a:rPr lang="de-DE" sz="1600" b="1" dirty="0" err="1"/>
              <a:t>Glycosylated</a:t>
            </a:r>
            <a:r>
              <a:rPr lang="de-DE" sz="1600" b="1" dirty="0"/>
              <a:t>“</a:t>
            </a:r>
          </a:p>
          <a:p>
            <a:pPr algn="ctr">
              <a:lnSpc>
                <a:spcPts val="2300"/>
              </a:lnSpc>
              <a:spcBef>
                <a:spcPts val="1150"/>
              </a:spcBef>
            </a:pPr>
            <a:r>
              <a:rPr lang="de-DE" sz="1600" b="1" dirty="0"/>
              <a:t>„</a:t>
            </a:r>
            <a:r>
              <a:rPr lang="de-DE" sz="1600" b="1" dirty="0" err="1"/>
              <a:t>Terpenoid</a:t>
            </a:r>
            <a:r>
              <a:rPr lang="de-DE" sz="1600" b="1" dirty="0"/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252834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57BEE2-820D-9E03-A02B-A8CD91C8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902" y="467369"/>
            <a:ext cx="2772162" cy="3486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447EBA-C206-C148-3814-475EC4E0F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507" y="1012449"/>
            <a:ext cx="2905530" cy="53919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C0AF2E-1F57-23CB-BCE4-E22EE418B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476" y="4365356"/>
            <a:ext cx="3993031" cy="203899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1CDDB57-F02A-8FF8-4483-3402419121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691" y="-1735596"/>
            <a:ext cx="4067301" cy="61009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6047B6-8E38-028D-3DC5-D70CCDBE9B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71" y="2467245"/>
            <a:ext cx="4933776" cy="4263756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F3B889B8-56E9-8CAB-E309-BC0C4D08A2BE}"/>
              </a:ext>
            </a:extLst>
          </p:cNvPr>
          <p:cNvSpPr/>
          <p:nvPr/>
        </p:nvSpPr>
        <p:spPr>
          <a:xfrm>
            <a:off x="7019991" y="3708400"/>
            <a:ext cx="431800" cy="656956"/>
          </a:xfrm>
          <a:prstGeom prst="downArrow">
            <a:avLst/>
          </a:prstGeom>
          <a:solidFill>
            <a:schemeClr val="tx1"/>
          </a:solidFill>
          <a:ln w="19050" cmpd="sng">
            <a:noFill/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144000" tIns="108000" rIns="144000" bIns="144000" rtlCol="0" anchor="t" anchorCtr="0"/>
          <a:lstStyle/>
          <a:p>
            <a:pPr algn="l">
              <a:spcBef>
                <a:spcPts val="1150"/>
              </a:spcBef>
              <a:buClr>
                <a:srgbClr val="116656"/>
              </a:buClr>
              <a:buSzPct val="120000"/>
            </a:pPr>
            <a:endParaRPr lang="de-DE" sz="1300" b="1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956208-BBD2-3BD2-1366-E17E084B6BE8}"/>
              </a:ext>
            </a:extLst>
          </p:cNvPr>
          <p:cNvSpPr txBox="1"/>
          <p:nvPr/>
        </p:nvSpPr>
        <p:spPr>
          <a:xfrm>
            <a:off x="2213435" y="17167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Okhotoside</a:t>
            </a:r>
            <a:r>
              <a:rPr lang="de-DE" dirty="0"/>
              <a:t> B3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189BC0-0234-BC93-875B-763B226240B5}"/>
              </a:ext>
            </a:extLst>
          </p:cNvPr>
          <p:cNvSpPr txBox="1"/>
          <p:nvPr/>
        </p:nvSpPr>
        <p:spPr>
          <a:xfrm>
            <a:off x="2213435" y="20467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Cucumaria</a:t>
            </a:r>
            <a:r>
              <a:rPr lang="de-DE" dirty="0"/>
              <a:t> </a:t>
            </a:r>
            <a:r>
              <a:rPr lang="de-DE" dirty="0" err="1"/>
              <a:t>okhotensis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433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8CFA035-60F5-1B83-E50A-A42156CE2B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358" y="261938"/>
          <a:ext cx="9240837" cy="5135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2" imgW="11561965" imgH="6404956" progId="ChemDraw_x64.Document.6.0">
                  <p:embed/>
                </p:oleObj>
              </mc:Choice>
              <mc:Fallback>
                <p:oleObj name="CS ChemDraw 64-bit Drawing" r:id="rId2" imgW="11561965" imgH="6404956" progId="ChemDraw_x64.Document.6.0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8CFA035-60F5-1B83-E50A-A42156CE2B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4358" y="261938"/>
                        <a:ext cx="9240837" cy="5135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233D0BE-6427-DB73-B2F1-DD3026B3E739}"/>
              </a:ext>
            </a:extLst>
          </p:cNvPr>
          <p:cNvSpPr txBox="1"/>
          <p:nvPr/>
        </p:nvSpPr>
        <p:spPr>
          <a:xfrm>
            <a:off x="9450826" y="2614808"/>
            <a:ext cx="2664974" cy="160159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l">
              <a:lnSpc>
                <a:spcPts val="2300"/>
              </a:lnSpc>
              <a:spcBef>
                <a:spcPts val="1150"/>
              </a:spcBef>
            </a:pPr>
            <a:r>
              <a:rPr lang="de-DE" sz="1600" b="1" dirty="0" err="1"/>
              <a:t>Murcko</a:t>
            </a:r>
            <a:r>
              <a:rPr lang="de-DE" sz="1600" b="1" dirty="0"/>
              <a:t> Scaffold </a:t>
            </a:r>
            <a:r>
              <a:rPr lang="de-DE" sz="1600" b="1" dirty="0" err="1"/>
              <a:t>as</a:t>
            </a:r>
            <a:r>
              <a:rPr lang="de-DE" sz="1600" b="1" dirty="0"/>
              <a:t> </a:t>
            </a:r>
            <a:r>
              <a:rPr lang="de-DE" sz="1600" b="1" dirty="0" err="1"/>
              <a:t>base</a:t>
            </a:r>
            <a:endParaRPr lang="de-DE" sz="1600" b="1" dirty="0"/>
          </a:p>
          <a:p>
            <a:pPr algn="l">
              <a:lnSpc>
                <a:spcPts val="2300"/>
              </a:lnSpc>
              <a:spcBef>
                <a:spcPts val="1150"/>
              </a:spcBef>
            </a:pPr>
            <a:r>
              <a:rPr lang="de-DE" sz="1600" dirty="0" err="1"/>
              <a:t>Everything</a:t>
            </a:r>
            <a:r>
              <a:rPr lang="de-DE" sz="1600" dirty="0"/>
              <a:t> </a:t>
            </a:r>
            <a:r>
              <a:rPr lang="de-DE" sz="1600" dirty="0" err="1"/>
              <a:t>else</a:t>
            </a:r>
            <a:r>
              <a:rPr lang="de-DE" sz="1600" dirty="0"/>
              <a:t> </a:t>
            </a:r>
            <a:r>
              <a:rPr lang="de-DE" sz="1600" dirty="0" err="1"/>
              <a:t>is</a:t>
            </a:r>
            <a:r>
              <a:rPr lang="de-DE" sz="1600" dirty="0"/>
              <a:t> „</a:t>
            </a:r>
            <a:r>
              <a:rPr lang="de-DE" sz="1600" dirty="0" err="1"/>
              <a:t>decoration</a:t>
            </a:r>
            <a:r>
              <a:rPr lang="de-DE" sz="1600" dirty="0"/>
              <a:t>“ and </a:t>
            </a:r>
            <a:r>
              <a:rPr lang="de-DE" sz="1600" dirty="0" err="1"/>
              <a:t>used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 a </a:t>
            </a:r>
            <a:r>
              <a:rPr lang="de-DE" sz="1600" dirty="0" err="1"/>
              <a:t>likeness</a:t>
            </a:r>
            <a:r>
              <a:rPr lang="de-DE" sz="1600" dirty="0"/>
              <a:t> score </a:t>
            </a:r>
            <a:r>
              <a:rPr lang="de-DE" sz="1600" dirty="0" err="1"/>
              <a:t>for</a:t>
            </a:r>
            <a:r>
              <a:rPr lang="de-DE" sz="1600" dirty="0"/>
              <a:t> </a:t>
            </a:r>
            <a:r>
              <a:rPr lang="de-DE" sz="1600" dirty="0" err="1"/>
              <a:t>secondary</a:t>
            </a:r>
            <a:r>
              <a:rPr lang="de-DE" sz="1600" dirty="0"/>
              <a:t> </a:t>
            </a:r>
            <a:r>
              <a:rPr lang="de-DE" sz="1600" dirty="0" err="1"/>
              <a:t>clustering</a:t>
            </a:r>
            <a:endParaRPr lang="de-DE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78EB70-766A-BE17-D1DE-EE39F583D5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251"/>
          <a:stretch/>
        </p:blipFill>
        <p:spPr>
          <a:xfrm>
            <a:off x="5796641" y="4838612"/>
            <a:ext cx="3101604" cy="14098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50DD00-2CB4-6E14-E926-8387B0E64A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676" y="4521200"/>
            <a:ext cx="3158124" cy="23368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AF344D-62B4-4199-CC91-EFE45BB1AA0C}"/>
              </a:ext>
            </a:extLst>
          </p:cNvPr>
          <p:cNvSpPr txBox="1"/>
          <p:nvPr/>
        </p:nvSpPr>
        <p:spPr>
          <a:xfrm>
            <a:off x="481284" y="5689600"/>
            <a:ext cx="4763816" cy="655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Bef>
                <a:spcPts val="1150"/>
              </a:spcBef>
            </a:pPr>
            <a:r>
              <a:rPr lang="de-DE" sz="1600" dirty="0"/>
              <a:t>Sulfates, </a:t>
            </a:r>
            <a:r>
              <a:rPr lang="de-DE" sz="1600" dirty="0" err="1"/>
              <a:t>acylation</a:t>
            </a:r>
            <a:r>
              <a:rPr lang="de-DE" sz="1600" dirty="0"/>
              <a:t>, </a:t>
            </a:r>
            <a:r>
              <a:rPr lang="de-DE" sz="1600" dirty="0" err="1"/>
              <a:t>alkylations</a:t>
            </a:r>
            <a:r>
              <a:rPr lang="de-DE" sz="1600" dirty="0"/>
              <a:t>, etc. </a:t>
            </a:r>
            <a:r>
              <a:rPr lang="de-DE" sz="1600" dirty="0" err="1"/>
              <a:t>are</a:t>
            </a:r>
            <a:r>
              <a:rPr lang="de-DE" sz="1600" dirty="0"/>
              <a:t> „</a:t>
            </a:r>
            <a:r>
              <a:rPr lang="de-DE" sz="1600" dirty="0" err="1"/>
              <a:t>decoration</a:t>
            </a:r>
            <a:r>
              <a:rPr lang="de-DE" sz="1600" dirty="0"/>
              <a:t>“ and </a:t>
            </a:r>
            <a:r>
              <a:rPr lang="de-DE" sz="1600" dirty="0" err="1"/>
              <a:t>used</a:t>
            </a:r>
            <a:r>
              <a:rPr lang="de-DE" sz="1600" dirty="0"/>
              <a:t> </a:t>
            </a:r>
            <a:r>
              <a:rPr lang="de-DE" sz="1600" dirty="0" err="1"/>
              <a:t>for</a:t>
            </a:r>
            <a:r>
              <a:rPr lang="de-DE" sz="1600" dirty="0"/>
              <a:t> </a:t>
            </a:r>
            <a:r>
              <a:rPr lang="de-DE" sz="1600" dirty="0" err="1"/>
              <a:t>secondary</a:t>
            </a:r>
            <a:r>
              <a:rPr lang="de-DE" sz="1600" dirty="0"/>
              <a:t> </a:t>
            </a:r>
            <a:r>
              <a:rPr lang="de-DE" sz="1600" dirty="0" err="1"/>
              <a:t>clustering</a:t>
            </a:r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2519224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758454E-8E40-2CA4-8417-753EC1CB481A}"/>
              </a:ext>
            </a:extLst>
          </p:cNvPr>
          <p:cNvSpPr txBox="1"/>
          <p:nvPr/>
        </p:nvSpPr>
        <p:spPr>
          <a:xfrm>
            <a:off x="730473" y="598673"/>
            <a:ext cx="492443" cy="142615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Opensource DATABASE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0" name="Picture 6" descr="Database Images - Free Download on Freepik">
            <a:extLst>
              <a:ext uri="{FF2B5EF4-FFF2-40B4-BE49-F238E27FC236}">
                <a16:creationId xmlns:a16="http://schemas.microsoft.com/office/drawing/2014/main" id="{70C6BCCF-E6C8-C59F-1F22-BDE74039D4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71" t="10285" r="20138" b="10556"/>
          <a:stretch>
            <a:fillRect/>
          </a:stretch>
        </p:blipFill>
        <p:spPr bwMode="auto">
          <a:xfrm>
            <a:off x="1203574" y="1028775"/>
            <a:ext cx="671202" cy="94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RDKit介绍及使用 - 知乎">
            <a:extLst>
              <a:ext uri="{FF2B5EF4-FFF2-40B4-BE49-F238E27FC236}">
                <a16:creationId xmlns:a16="http://schemas.microsoft.com/office/drawing/2014/main" id="{0CC15847-FFB5-0B74-4F1F-DCD9692F2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6708"/>
          <a:stretch>
            <a:fillRect/>
          </a:stretch>
        </p:blipFill>
        <p:spPr bwMode="auto">
          <a:xfrm>
            <a:off x="5072369" y="501516"/>
            <a:ext cx="1266635" cy="1246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FC4477-840C-BAF7-34BC-F29673A97072}"/>
              </a:ext>
            </a:extLst>
          </p:cNvPr>
          <p:cNvGraphicFramePr/>
          <p:nvPr/>
        </p:nvGraphicFramePr>
        <p:xfrm>
          <a:off x="447963" y="1614770"/>
          <a:ext cx="11296073" cy="50719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7C84DF5-3100-9F62-12D1-6D546D7928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8267" y="759221"/>
            <a:ext cx="1443947" cy="10843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2B805A-6D3C-F475-A4CB-48D67A36FA63}"/>
              </a:ext>
            </a:extLst>
          </p:cNvPr>
          <p:cNvSpPr txBox="1"/>
          <p:nvPr/>
        </p:nvSpPr>
        <p:spPr>
          <a:xfrm>
            <a:off x="2315027" y="2881150"/>
            <a:ext cx="2090428" cy="3031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Algorithm</a:t>
            </a: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for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structure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b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meta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data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organism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,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parent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compound,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subclass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, (c)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logP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, H-bond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donor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/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acceptors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, 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etc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)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LLM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to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extract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bioactivity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and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short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summary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from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publications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AD7855-3787-BB9C-F72A-D3892534D861}"/>
              </a:ext>
            </a:extLst>
          </p:cNvPr>
          <p:cNvSpPr txBox="1"/>
          <p:nvPr/>
        </p:nvSpPr>
        <p:spPr>
          <a:xfrm>
            <a:off x="604364" y="3040921"/>
            <a:ext cx="1270412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COCONUT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KNApSAcK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Scifinder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ChEMBL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GlyCosmos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PubChem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1F5560-E29C-967B-3AAE-C01D817D9827}"/>
              </a:ext>
            </a:extLst>
          </p:cNvPr>
          <p:cNvSpPr txBox="1"/>
          <p:nvPr/>
        </p:nvSpPr>
        <p:spPr>
          <a:xfrm>
            <a:off x="4572000" y="2740720"/>
            <a:ext cx="229061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Glycan</a:t>
            </a:r>
            <a:endParaRPr kumimoji="0" lang="de-DE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Chop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from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both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sides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and 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generate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substructures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down 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to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mono-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saccharides</a:t>
            </a: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keep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data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about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modification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and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position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Aglycon</a:t>
            </a:r>
            <a:endParaRPr kumimoji="0" lang="de-DE" sz="20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Bemis-Murcko</a:t>
            </a:r>
            <a:r>
              <a:rPr kumimoji="0" lang="de-DE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scaffold</a:t>
            </a:r>
            <a:endParaRPr kumimoji="0" lang="de-DE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keep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data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about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stereochemistry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,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heteroatoms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and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modification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for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similarity</a:t>
            </a:r>
            <a:r>
              <a:rPr kumimoji="0" lang="de-DE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score)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A04839-B0B4-B72A-FF35-1616C878572C}"/>
              </a:ext>
            </a:extLst>
          </p:cNvPr>
          <p:cNvSpPr txBox="1"/>
          <p:nvPr/>
        </p:nvSpPr>
        <p:spPr>
          <a:xfrm>
            <a:off x="6862619" y="2806666"/>
            <a:ext cx="2244436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Glycan</a:t>
            </a: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2. </a:t>
            </a:r>
            <a:r>
              <a:rPr kumimoji="0" lang="de-DE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Aglycon</a:t>
            </a:r>
            <a:endParaRPr kumimoji="0" 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3.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Modification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Glycan</a:t>
            </a:r>
            <a:b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</a:b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similarity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score)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4.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Modification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Aglycon</a:t>
            </a:r>
            <a:endParaRPr kumimoji="0" lang="de-DE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(</a:t>
            </a:r>
            <a:r>
              <a:rPr kumimoji="0" 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similarity</a:t>
            </a: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score)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C985F7-63B2-83E1-7C64-0402D9D7C426}"/>
              </a:ext>
            </a:extLst>
          </p:cNvPr>
          <p:cNvSpPr txBox="1"/>
          <p:nvPr/>
        </p:nvSpPr>
        <p:spPr>
          <a:xfrm>
            <a:off x="9269228" y="2829620"/>
            <a:ext cx="2480581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1 -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Understand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patters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(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glycosylation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and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aglycon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2 - 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Connect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structure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b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</a:b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and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activity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3 – </a:t>
            </a:r>
            <a:r>
              <a:rPr kumimoji="0" lang="de-DE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structured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pool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of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high-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evidence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data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allows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to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investigate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glycans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and plan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artificial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conjugates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Moon </a:t>
            </a: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shot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Make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artificial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saponins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with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predictable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bioactivity</a:t>
            </a: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 </a:t>
            </a:r>
            <a:endParaRPr kumimoji="0" lang="de-DE" sz="5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Failsafe</a:t>
            </a: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Best review out </a:t>
            </a:r>
            <a:r>
              <a:rPr kumimoji="0" lang="de-DE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t>there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BAA9743-0ADE-4FA9-2646-BE5DEEB7D21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179" y="283415"/>
            <a:ext cx="1734260" cy="1322374"/>
          </a:xfrm>
          <a:prstGeom prst="rect">
            <a:avLst/>
          </a:prstGeom>
        </p:spPr>
      </p:pic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D068B1C-4FCD-D4B6-FF38-925917AE6F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51963" y="134570"/>
          <a:ext cx="2392073" cy="1471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64-bit Drawing" r:id="rId11" imgW="3411682" imgH="2098271" progId="ChemDraw_x64.Document.6.0">
                  <p:embed/>
                </p:oleObj>
              </mc:Choice>
              <mc:Fallback>
                <p:oleObj name="CS ChemDraw 64-bit Drawing" r:id="rId11" imgW="3411682" imgH="2098271" progId="ChemDraw_x64.Document.6.0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DD068B1C-4FCD-D4B6-FF38-925917AE6F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351963" y="134570"/>
                        <a:ext cx="2392073" cy="14712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3816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等线</vt:lpstr>
      <vt:lpstr>Office Theme</vt:lpstr>
      <vt:lpstr>CS ChemDraw 64-bit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Max-Planck-Institute of Colloids and Interfaces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 Niggemeyer</dc:creator>
  <cp:lastModifiedBy>Georg Niggemeyer</cp:lastModifiedBy>
  <cp:revision>1</cp:revision>
  <dcterms:created xsi:type="dcterms:W3CDTF">2026-01-30T08:23:21Z</dcterms:created>
  <dcterms:modified xsi:type="dcterms:W3CDTF">2026-01-30T08:23:47Z</dcterms:modified>
</cp:coreProperties>
</file>